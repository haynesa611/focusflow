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5BCF7-8654-8C42-8952-85A0F848544C}" v="1" dt="2025-12-01T03:53:37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842CB-6831-FD40-8931-3B46C6B0FAE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62D62-0D04-954C-9AE3-1C5F74E75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6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62D62-0D04-954C-9AE3-1C5F74E75A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4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C969FC-DE8C-FAB0-0991-50C9AE3CB8D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8436" b="1537"/>
          <a:stretch>
            <a:fillRect/>
          </a:stretch>
        </p:blipFill>
        <p:spPr>
          <a:xfrm>
            <a:off x="304753" y="203541"/>
            <a:ext cx="11356761" cy="639006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10157C-4FE3-C206-3C52-99BA596C8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Focus Flow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C010A-4BC8-E1CB-DBE0-8537864C5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Team Members: Ashley Haynes</a:t>
            </a:r>
          </a:p>
          <a:p>
            <a:pPr algn="ctr"/>
            <a:r>
              <a:rPr lang="en-US" dirty="0"/>
              <a:t>A simple timer designed to help students stay focused.</a:t>
            </a:r>
          </a:p>
        </p:txBody>
      </p:sp>
    </p:spTree>
    <p:extLst>
      <p:ext uri="{BB962C8B-B14F-4D97-AF65-F5344CB8AC3E}">
        <p14:creationId xmlns:p14="http://schemas.microsoft.com/office/powerpoint/2010/main" val="245697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49</TotalTime>
  <Words>18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Tw Cen MT</vt:lpstr>
      <vt:lpstr>Circuit</vt:lpstr>
      <vt:lpstr>Focus 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Haynes</dc:creator>
  <cp:lastModifiedBy>Ashley Haynes</cp:lastModifiedBy>
  <cp:revision>2</cp:revision>
  <dcterms:created xsi:type="dcterms:W3CDTF">2025-12-01T03:24:16Z</dcterms:created>
  <dcterms:modified xsi:type="dcterms:W3CDTF">2025-12-01T04:13:26Z</dcterms:modified>
</cp:coreProperties>
</file>